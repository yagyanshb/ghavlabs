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2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31"/>
  </p:normalViewPr>
  <p:slideViewPr>
    <p:cSldViewPr snapToGrid="0">
      <p:cViewPr varScale="1">
        <p:scale>
          <a:sx n="101" d="100"/>
          <a:sy n="101" d="100"/>
        </p:scale>
        <p:origin x="90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AB70D-A78E-0214-D754-EEE51E1659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950E3D-C44E-C69B-A095-3623E4FACB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BBCD38-8AB3-488D-3D72-A10174222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84266-C7EB-6342-9F42-B99AF3658AE8}" type="datetimeFigureOut">
              <a:rPr lang="en-US" smtClean="0"/>
              <a:t>9/5/26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D6522C-C9A1-2636-6FAB-9B5D90F8C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8D6D86-25B9-AA29-78C9-878287E74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9A78E-A219-454C-81A6-98D0E09FA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9261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0DBE2-94B7-2431-96D1-6A833A5B0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D1CEB-8B22-E5E8-816B-B42154B8DB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A8F1AC-5BD6-7EA9-AD57-A6A482673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84266-C7EB-6342-9F42-B99AF3658AE8}" type="datetimeFigureOut">
              <a:rPr lang="en-US" smtClean="0"/>
              <a:t>9/5/26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334373-8DAD-999D-59B3-56D393A62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D04815-787B-2AC1-7D17-BA06195BC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9A78E-A219-454C-81A6-98D0E09FA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936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33EC5-25F3-8979-11E1-7B589F148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EC9E4A-677E-4B13-C9EF-D1BAADB27E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06563A-3F7F-3C94-B60F-53D65365B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84266-C7EB-6342-9F42-B99AF3658AE8}" type="datetimeFigureOut">
              <a:rPr lang="en-US" smtClean="0"/>
              <a:t>9/5/26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8E0C23-2B2C-8381-2058-1CFD01345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33CB5B-277E-5DB0-E421-9497A9C4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9A78E-A219-454C-81A6-98D0E09FA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204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F5A4F-AE3F-5A85-721D-9A4F776D9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6D2612-C043-FB83-20C3-CCB6F6ED02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DCF9CB-2696-53EE-5DEC-A27F392198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3811D9-3F4F-3107-0E3B-F86E4C3D1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84266-C7EB-6342-9F42-B99AF3658AE8}" type="datetimeFigureOut">
              <a:rPr lang="en-US" smtClean="0"/>
              <a:t>9/5/26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0A9153-C328-1A37-4788-4DCB5D13D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19FAF8-4CEA-00C4-6AC3-96C1B05A2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9A78E-A219-454C-81A6-98D0E09FA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45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4CB56-8B89-739A-9A15-92FDC74D2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FC4A55-57E3-1FC7-F5D9-1568B0A8BC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52FCDA-5261-BA7A-522F-2567C31F2E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3C32BF-0DB7-6E80-EABA-A6E1E4543E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68CE39-CF81-EDF9-8F9D-8E3EA9635F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3FBD7C-96A9-FFF9-EF74-6F7676488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84266-C7EB-6342-9F42-B99AF3658AE8}" type="datetimeFigureOut">
              <a:rPr lang="en-US" smtClean="0"/>
              <a:t>9/5/26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E57E12-6ADF-0550-3B06-5A6B7D057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5476F3-F22A-EA98-769D-31E397352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9A78E-A219-454C-81A6-98D0E09FA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302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AD143-E976-F0F9-F70A-F45920E53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42D4A2-FBED-B80A-E846-4EC575FC3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84266-C7EB-6342-9F42-B99AF3658AE8}" type="datetimeFigureOut">
              <a:rPr lang="en-US" smtClean="0"/>
              <a:t>9/5/26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653C36-C1F9-285D-D74D-FF4BF8A2E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3F41D2-80A9-49BA-002C-DC5E8E9D6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9A78E-A219-454C-81A6-98D0E09FA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201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773B5E-06E6-7982-4207-771D29E09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84266-C7EB-6342-9F42-B99AF3658AE8}" type="datetimeFigureOut">
              <a:rPr lang="en-US" smtClean="0"/>
              <a:t>9/5/26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623B61-B93D-A962-863F-16AEB9354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EEDF21-A43C-70F2-B3B2-072B0C840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9A78E-A219-454C-81A6-98D0E09FA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690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EDF44-4D78-DDE7-1A91-6D22BBB22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6F5942-B054-2C56-962C-4DFD08039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9879D0-C8EF-5A88-30D9-F27D0B2E73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36EEE8-2D12-7585-71C4-1E7C1AFC6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84266-C7EB-6342-9F42-B99AF3658AE8}" type="datetimeFigureOut">
              <a:rPr lang="en-US" smtClean="0"/>
              <a:t>9/5/26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2F7DF3-F915-0C0A-E642-6D6170F3F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CA699B-C8A5-8AEA-00E6-5C3D3236C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9A78E-A219-454C-81A6-98D0E09FA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498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D31C0-29F2-0081-ED79-3F90B55D7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B79DEA-74CC-4D4B-DAC7-DADB1DC85D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FF3160-5DF6-16CB-EDE5-E287AE64C8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CBAF29-CDD7-23F2-8BF7-419D5FAB5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84266-C7EB-6342-9F42-B99AF3658AE8}" type="datetimeFigureOut">
              <a:rPr lang="en-US" smtClean="0"/>
              <a:t>9/5/26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30CC8A-FA8F-4A30-C025-87E81AEDA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F32A99-D4A3-8010-3AEB-05295A8ED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9A78E-A219-454C-81A6-98D0E09FA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863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E70E2-B3F7-471E-0280-73E342D1C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0B045E-318F-A0B1-2293-4196C99554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ACAF57-22A0-F05D-F703-3B72DDBDD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84266-C7EB-6342-9F42-B99AF3658AE8}" type="datetimeFigureOut">
              <a:rPr lang="en-US" smtClean="0"/>
              <a:t>9/5/26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854833-58C7-B935-FDAF-F5501BDEB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51B1E1-BC74-7346-0951-9BEA32F23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9A78E-A219-454C-81A6-98D0E09FA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206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9D4F72-76D3-98DF-D925-41E9BBD229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D31B82-E939-D101-F384-354B3FB6C7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2B5EC6-6A48-1265-33F0-7A5EE0EDD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84266-C7EB-6342-9F42-B99AF3658AE8}" type="datetimeFigureOut">
              <a:rPr lang="en-US" smtClean="0"/>
              <a:t>9/5/26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236183-8FF1-386A-264C-FA573879F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4506E7-C27F-2771-B6AB-64A68F339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9A78E-A219-454C-81A6-98D0E09FA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281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B0B53E-0DCF-7F96-D3B8-95443AAC6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587591-BE86-F8C1-4C0C-3EA7351341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F5DFDB-4E27-C975-80FE-9A0CE6BC63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C84266-C7EB-6342-9F42-B99AF3658AE8}" type="datetimeFigureOut">
              <a:rPr lang="en-US" smtClean="0"/>
              <a:t>9/5/26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0A16AE-A698-DD87-8A22-8391C3E26A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B27955-E793-118E-18A5-0B6F481926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89A78E-A219-454C-81A6-98D0E09FA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337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BAF26C-F748-1AE6-6CD1-FD65E3081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0B2394-6EAF-2CF0-64C2-93D6B83B42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623" y="554566"/>
            <a:ext cx="11122377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63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4F27FC9-14D5-1517-174A-493E1B11A5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195" y="643466"/>
            <a:ext cx="10817609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293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CDDE63-4F76-EFAA-E9EB-AF4E9B27C5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757259"/>
            <a:ext cx="10905066" cy="5343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410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C16F39E-0AF6-E243-FC52-E5C044AB75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770889"/>
            <a:ext cx="10905066" cy="5316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825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058AB6E-D6FC-F580-AF7E-DB49C2FA80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839047"/>
            <a:ext cx="10905066" cy="5179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3862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E541886-AAA2-5500-BA4D-98C64BBFC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207093"/>
            <a:ext cx="10905066" cy="4443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0958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0</Words>
  <Application>Microsoft Macintosh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Yagyansh Bagri</dc:creator>
  <cp:lastModifiedBy>Yagyansh Bagri</cp:lastModifiedBy>
  <cp:revision>1</cp:revision>
  <dcterms:created xsi:type="dcterms:W3CDTF">2026-09-05T11:40:22Z</dcterms:created>
  <dcterms:modified xsi:type="dcterms:W3CDTF">2026-09-05T14:00:22Z</dcterms:modified>
</cp:coreProperties>
</file>